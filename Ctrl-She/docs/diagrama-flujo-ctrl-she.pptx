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DIAGRAMA DE FLUJO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Ctrl + She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0789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Mapa editable de navegación y operación por rol.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La plataforma conecta tres experiencias: clientes que descubren y compran, vendedoras que gestionan tienda y pedidos, y administradoras que supervisan negocios, validaciones y reportes.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0" y="2880360"/>
            <a:ext cx="1280160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9352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Cliente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40680" y="2880360"/>
            <a:ext cx="128016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29352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Vendedora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823960" y="2880360"/>
            <a:ext cx="1280160" cy="310896"/>
          </a:xfrm>
          <a:prstGeom prst="round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29352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Administrador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17320" y="33375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2700">
            <a:solidFill>
              <a:srgbClr val="B9CF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90472" y="3401568"/>
            <a:ext cx="232257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Explora tiendas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compra o reserva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sigue pedidos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reseña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33375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2ECFF"/>
          </a:solidFill>
          <a:ln w="12700">
            <a:solidFill>
              <a:srgbClr val="D9C7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3401568"/>
            <a:ext cx="25054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Administra tienda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publica productos/servicios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atiende pedidos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revisa señales IA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7532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0F8"/>
          </a:solidFill>
          <a:ln w="12700">
            <a:solidFill>
              <a:srgbClr val="FFD0E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48472" y="3401568"/>
            <a:ext cx="23682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Supervisa negocios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validaciones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reportes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destacados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965960" y="52578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39112" y="5321808"/>
            <a:ext cx="8083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Resultado: más visibilidad, operación más clara y decisiones apoyadas por IA.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FLUJO CLIENTE / VISITANTE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Descubrimiento, compra y reseña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0789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Proceso principal desde entrada hasta seguimiento del pedido.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984248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Inicio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856232"/>
            <a:ext cx="1188720" cy="658368"/>
          </a:xfrm>
          <a:prstGeom prst="flowChartDecision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56232" y="1920240"/>
            <a:ext cx="1042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Forma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de entrada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EAF1FF"/>
          </a:solidFill>
          <a:ln w="12700">
            <a:solidFill>
              <a:srgbClr val="B9CF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98424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Explorar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negocios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92024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65192" y="198424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Seleccionar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tienda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192024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198424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Ver catálogo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65008" y="1856232"/>
            <a:ext cx="1234440" cy="658368"/>
          </a:xfrm>
          <a:prstGeom prst="flowChartDecision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38160" y="192024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¿Compra 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reserva?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9601200" y="192024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EAF1FF"/>
          </a:solidFill>
          <a:ln w="12700">
            <a:solidFill>
              <a:srgbClr val="B9CF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74352" y="198424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Datos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solicitud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045952" y="1920240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119104" y="198424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Pago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63040" y="2185416"/>
            <a:ext cx="32004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71800" y="2185416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0" y="2185416"/>
            <a:ext cx="32004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26480" y="2185416"/>
            <a:ext cx="32004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80960" y="2185416"/>
            <a:ext cx="38404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99448" y="2185416"/>
            <a:ext cx="30175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194292" y="2066544"/>
            <a:ext cx="640080" cy="219456"/>
          </a:xfrm>
          <a:prstGeom prst="rect">
            <a:avLst/>
          </a:prstGeom>
          <a:solidFill>
            <a:srgbClr val="F8FAFC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Sí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835640" y="2185416"/>
            <a:ext cx="21031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17720" y="347472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90872" y="353872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Confirmar compra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347472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 w="12700">
            <a:solidFill>
              <a:srgbClr val="B9CF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02552" y="353872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Comprobante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digital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58200" y="347472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EAFBF0"/>
          </a:solidFill>
          <a:ln w="12700">
            <a:solidFill>
              <a:srgbClr val="B8E8C6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531352" y="353872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Pedido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registrado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287000" y="347472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360152" y="3538728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Seguimiento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287000" y="470916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2ECFF"/>
          </a:solidFill>
          <a:ln w="12700">
            <a:solidFill>
              <a:srgbClr val="D9C7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360152" y="477316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Reseña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393424" y="2450592"/>
            <a:ext cx="-5907024" cy="1024128"/>
          </a:xfrm>
          <a:prstGeom prst="line">
            <a:avLst/>
          </a:prstGeom>
          <a:noFill/>
          <a:ln w="1778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172200" y="3749040"/>
            <a:ext cx="457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046720" y="3749040"/>
            <a:ext cx="4114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875520" y="3749040"/>
            <a:ext cx="4114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899648" y="4023360"/>
            <a:ext cx="0" cy="68580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22960" y="4800600"/>
            <a:ext cx="5669280" cy="438912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96112" y="4864608"/>
            <a:ext cx="5522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3412"/>
                </a:solidFill>
              </a:rPr>
              <a:t>Si la persona es vendedora y está viendo su propia tienda, la compra se bloquea.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86800" y="2487168"/>
            <a:ext cx="-4937760" cy="2313432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961888" y="3525012"/>
            <a:ext cx="640080" cy="219456"/>
          </a:xfrm>
          <a:prstGeom prst="rect">
            <a:avLst/>
          </a:prstGeom>
          <a:solidFill>
            <a:srgbClr val="F8FAFC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No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FLUJO INTERNO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Vendedora y administrador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0789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Gestión de catálogo, pedidos, reseñas, señales IA y supervisión.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73352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Vendedora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4864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673352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Administrador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212848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Panel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vendedora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2075688"/>
            <a:ext cx="1234440" cy="694944"/>
          </a:xfrm>
          <a:prstGeom prst="flowChartDecision">
            <a:avLst>
              <a:gd name="adj" fmla="val 10526"/>
            </a:avLst>
          </a:prstGeom>
          <a:solidFill>
            <a:srgbClr val="F2ECFF"/>
          </a:solidFill>
          <a:ln w="12700">
            <a:solidFill>
              <a:srgbClr val="D9C7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96312" y="2139696"/>
            <a:ext cx="1088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¿Qué desea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gestionar?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069080" y="17830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42232" y="184708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Mi tienda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editar info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26974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42232" y="276148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Catálogo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producto/servicio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69080" y="36118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42232" y="367588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Pedidos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reservas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69080" y="45262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42232" y="459028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Reseñas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señales 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57400" y="242316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0" y="2331720"/>
            <a:ext cx="411480" cy="-2743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57600" y="2423160"/>
            <a:ext cx="411480" cy="54864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57600" y="2523744"/>
            <a:ext cx="411480" cy="1362456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0" y="2624328"/>
            <a:ext cx="411480" cy="2176272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629400" y="214884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02552" y="221284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administrador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58200" y="2075688"/>
            <a:ext cx="1234440" cy="694944"/>
          </a:xfrm>
          <a:prstGeom prst="flowChartDecision">
            <a:avLst>
              <a:gd name="adj" fmla="val 10526"/>
            </a:avLst>
          </a:prstGeom>
          <a:solidFill>
            <a:srgbClr val="FFF0F8"/>
          </a:solidFill>
          <a:ln w="12700">
            <a:solidFill>
              <a:srgbClr val="FFD0E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31352" y="2139696"/>
            <a:ext cx="1088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¿Qué área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revisa?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10104120" y="169164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77272" y="175564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Negocios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registrados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04120" y="242316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177272" y="248716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Validaciones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104120" y="315468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177272" y="321868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Reportes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104120" y="388620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177272" y="3950208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Destacados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46720" y="2423160"/>
            <a:ext cx="4114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92640" y="2331720"/>
            <a:ext cx="411480" cy="-374904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92640" y="2423160"/>
            <a:ext cx="411480" cy="265176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92640" y="2523744"/>
            <a:ext cx="411480" cy="896112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692640" y="2624328"/>
            <a:ext cx="411480" cy="1527048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05840" y="557784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78992" y="5641848"/>
            <a:ext cx="4425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Señales IA: bajo stock, alta visualización, mejorar descripción, mejorar imagen y tendencias.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858000" y="5577840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31152" y="5641848"/>
            <a:ext cx="43342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Supervisión: validar negocios, atender reportes y destacar tiendas.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Ctrl + 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flujo Ctrl + She</dc:title>
  <dc:subject>Diagrama de flujo editable de la plataforma</dc:subject>
  <dc:creator>Ctrl + She</dc:creator>
  <cp:lastModifiedBy>Ctrl + She</cp:lastModifiedBy>
  <cp:revision>1</cp:revision>
  <dcterms:created xsi:type="dcterms:W3CDTF">2026-05-19T15:30:47Z</dcterms:created>
  <dcterms:modified xsi:type="dcterms:W3CDTF">2026-05-19T15:30:47Z</dcterms:modified>
</cp:coreProperties>
</file>